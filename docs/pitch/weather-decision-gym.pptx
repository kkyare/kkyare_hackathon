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A5650"/>
                </a:solidFill>
                <a:latin typeface="Malgun Gothic"/>
              </a:rPr>
              <a:t>Weather Decision Gym · 꺄레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31520"/>
            <a:ext cx="11064240" cy="0"/>
          </a:xfrm>
          <a:prstGeom prst="line">
            <a:avLst/>
          </a:prstGeom>
          <a:ln w="25400">
            <a:solidFill>
              <a:srgbClr val="1C26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620"/>
                </a:solidFill>
                <a:latin typeface="Malgun Gothic"/>
              </a:rPr>
              <a:t>미국 작물보험금의 73%는 날씨 때문에 나간다.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620"/>
                </a:solidFill>
                <a:latin typeface="Malgun Gothic"/>
              </a:rPr>
              <a:t>그런데 필지 단위로 검증된 날씨-손해 데이터는 없다.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73152" cy="265176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620"/>
                </a:solidFill>
                <a:latin typeface="Malgun Gothic"/>
              </a:rPr>
              <a:t>작물보험사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7A4A2A"/>
                </a:solidFill>
                <a:latin typeface="Malgun Gothic"/>
              </a:rPr>
              <a:t>$118.7B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301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2001-2022 날씨 원인 작물보험금, 전체의 약 73% (EWG/USDA)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C2620"/>
                </a:solidFill>
                <a:latin typeface="Malgun Gothic"/>
              </a:rPr>
              <a:t>약 $11.5B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27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2025 작물년도 보험금 (USDA RMA, 2026.9 기준)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A5650"/>
                </a:solidFill>
                <a:latin typeface="Malgun Gothic"/>
              </a:rPr>
              <a:t>날씨는 카운티 단위로만 본다. "그날 그 밭에 정말 서리가 왔나"를 필지 단위로 검증할 수단이 없다.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06040"/>
            <a:ext cx="73152" cy="2651760"/>
          </a:xfrm>
          <a:prstGeom prst="rect">
            <a:avLst/>
          </a:prstGeom>
          <a:solidFill>
            <a:srgbClr val="3B6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60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620"/>
                </a:solidFill>
                <a:latin typeface="Malgun Gothic"/>
              </a:rPr>
              <a:t>RL 데이터 회사 (Mercor, Surge, Fleet AI 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71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B6A94"/>
                </a:solidFill>
                <a:latin typeface="Malgun Gothic"/>
              </a:rPr>
              <a:t>$1B+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6301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한 대형 랩의 RL 환경 연간 지출 논의 (보도, The Information)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C2620"/>
                </a:solidFill>
                <a:latin typeface="Malgun Gothic"/>
              </a:rPr>
              <a:t>$200-2,000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727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과제 한 개 시장 단가 (Epoch 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A5650"/>
                </a:solidFill>
                <a:latin typeface="Malgun Gothic"/>
              </a:rPr>
              <a:t>수학·코드 밖에는 자동 채점되고 오염되지 않는 과제가 거의 없다. 전문가 라벨에 매출의 60-70%가 나간다.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5715000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C2620"/>
                </a:solidFill>
                <a:latin typeface="Malgun Gothic"/>
              </a:rPr>
              <a:t>둘 다 필요한 것은 하나다: 실제 날씨로 "맞았는지"를 판정하는 엔진.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5650"/>
                </a:solidFill>
                <a:latin typeface="Malgun Gothic"/>
              </a:rPr>
              <a:t>출처: EWG 작물보험 분석(USDA RMA 자료), RMA Summary of Business, Epoch AI "An FAQ on RL environments", TechCrunch 2025.9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A5650"/>
                </a:solidFill>
                <a:latin typeface="Malgun Gothic"/>
              </a:rPr>
              <a:t>Weather Decision Gym · 꺄레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31520"/>
            <a:ext cx="11064240" cy="0"/>
          </a:xfrm>
          <a:prstGeom prst="line">
            <a:avLst/>
          </a:prstGeom>
          <a:ln w="25400">
            <a:solidFill>
              <a:srgbClr val="1C26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C2620"/>
                </a:solidFill>
                <a:latin typeface="Malgun Gothic"/>
              </a:rPr>
              <a:t>같은 검증기로 두 고객에게 판다</a:t>
            </a:r>
          </a:p>
        </p:txBody>
      </p:sp>
      <p:pic>
        <p:nvPicPr>
          <p:cNvPr id="5" name="Picture 4" descr="insu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3566160" cy="4179094"/>
          </a:xfrm>
          <a:prstGeom prst="rect">
            <a:avLst/>
          </a:prstGeom>
        </p:spPr>
      </p:pic>
      <p:pic>
        <p:nvPicPr>
          <p:cNvPr id="6" name="Picture 5" descr="time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91640"/>
            <a:ext cx="3566160" cy="41790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5650"/>
                </a:solidFill>
                <a:latin typeface="Malgun Gothic"/>
              </a:rPr>
              <a:t>보험사 콘솔: 위험점수 → 실제 손해율 → 요율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5989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5650"/>
                </a:solidFill>
                <a:latin typeface="Malgun Gothic"/>
              </a:rPr>
              <a:t>Time Machine: 예보로 판단, 다음 날 관측으로 채점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6916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7A4A2A"/>
                </a:solidFill>
                <a:latin typeface="Malgun Gothic"/>
              </a:rPr>
              <a:t>$3,240 → $480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500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서리 밤, 필지 8곳 acre당 손해 합계: 원천 격자 예보대로 vs 필지 보정 엔진 권고대로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8803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B6A94"/>
                </a:solidFill>
                <a:latin typeface="Malgun Gothic"/>
              </a:rPr>
              <a:t>70개 / 0명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5387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버튼 한 번에 만든 채점 과제 / 필요한 사람 라벨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069080"/>
            <a:ext cx="73152" cy="86868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4023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2620"/>
                </a:solidFill>
                <a:latin typeface="Malgun Gothic"/>
              </a:rPr>
              <a:t>보험사: 보험수가·피해보상액·갱신 요율 범위, 청구 검증 (청구 건당 / 에이커당)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2620"/>
                </a:solidFill>
                <a:latin typeface="Malgun Gothic"/>
              </a:rPr>
              <a:t>데이터 회사: 자동 채점 과제·비공개 평가셋 (과제당 / 맞춤 환경)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5074920"/>
            <a:ext cx="73152" cy="868680"/>
          </a:xfrm>
          <a:prstGeom prst="rect">
            <a:avLst/>
          </a:prstGeom>
          <a:solidFill>
            <a:srgbClr val="4E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5029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2620"/>
                </a:solidFill>
                <a:latin typeface="Malgun Gothic"/>
              </a:rPr>
              <a:t>해자: 농장 연결로 쌓이는 필지 단위 "날씨 → 생산량·손해" 기록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2620"/>
                </a:solidFill>
                <a:latin typeface="Malgun Gothic"/>
              </a:rPr>
              <a:t>공개 데이터로는 만들 수 없다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5650"/>
                </a:solidFill>
                <a:latin typeface="Malgun Gothic"/>
              </a:rPr>
              <a:t>검증된 날씨-생산량 데이터는 기업의 자산이 되어 작물 생산량을 높이고 보험사의 지출을 줄인다.   (데모 수치는 임의의 아이오와 농장 목업, 비용·가격은 가정)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